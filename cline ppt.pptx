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76"/>
    <p:restoredTop sz="94653"/>
  </p:normalViewPr>
  <p:slideViewPr>
    <p:cSldViewPr snapToGrid="0">
      <p:cViewPr varScale="1">
        <p:scale>
          <a:sx n="70" d="100"/>
          <a:sy n="70" d="100"/>
        </p:scale>
        <p:origin x="20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936D-D6DF-2F01-19FF-671BAE28C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AA402-76E7-9273-C022-10FA01B19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13A8A-46B3-B122-9985-1F1827E8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DE404-64F7-F493-067B-2B8CEB6C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B9E38-AA64-019E-2CD2-5026785B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6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0789-399A-FF54-CCFA-CE1B6F45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69B5-4157-B469-12B4-362357761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9267-8967-FE34-B85D-E302FA3D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F5D6-957E-5270-E5A5-4B3346A3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FD3DE-D978-4CD6-215C-759F91FF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0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F449-128A-4DF3-D0AC-5363F93D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FCAD6-3A73-1DBD-1EDB-0E4635240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1A865-A13F-DB1D-45CA-BC6DE081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0170-0DE1-DC33-387F-9027E73B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D2A57-BAED-B595-267B-4C910F61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9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B69C-8017-DBA4-21A5-8BA0E921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E216-E9E0-19C4-9B60-30891774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31720-3327-35E3-1EDA-B124C3123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35587-8DC8-3313-7BD5-FFCDBBF7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8BAC8-F560-F6CF-183B-07BF082B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B9447-F945-ACE3-65F9-27D8816C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98B7-ED1C-268F-75F8-40D17380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65E4-3904-F956-7EF0-D5A3F7C4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43577-2F48-C939-2732-B29CF61AD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DFE0B-CC93-F52E-B4C2-81442A84D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47821-DC2D-5040-BA51-E07026CF9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1EC90-E552-EBFD-01D0-CD4A33CE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E20DD-7114-22C4-BC58-C1A8D7F80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E8DBA-684A-D4A2-FAE9-2D952E3D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6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A78E-C150-8F37-14E3-EBD7ABB3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A4BAA-95D4-5D58-22BF-86C11413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70B3F-2D85-1777-384D-331F8118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F7DF4-2DE2-0DDC-1429-05B55683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6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1B20C-C0CB-0C7D-A6C2-31C04226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9AB81-7849-EF81-42F0-902DE01C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D089-F0A0-B2CF-9B87-B59CAA31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4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C637-24EB-A24F-A1DC-03EA5ABE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BC857-9386-A651-2F73-233C6772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8F928-C502-EEF3-4F03-6588FE102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12B61-B11B-59A6-2E3C-2C174E3E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0F34B-2530-6C1C-09E8-24D8EE26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66EAC-7318-77D0-7FFE-70B91B9A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1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BD13-FA06-4E32-D814-A08DE5AD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234AC-D1DC-1CC4-3E6A-F0717EAC35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CEBB0-3917-821F-1B7F-F1D44B81B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3F3C6-F735-E1ED-44A3-E1A6C1D0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98151-DE2F-85FD-BCBF-EF7BEC13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EDEC5-44F9-7706-BEF3-C8C38F90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2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9DBE-6C4D-F033-B720-7F1A5B95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885F8-CDA3-43FB-5567-00B4EEA5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06BD8-3C9C-7E47-A11F-D8885B94F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7D2B8-9E80-96D8-46BA-AA96E247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1377D-C45A-950B-D896-5F7ACBF6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9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B55A6-1C99-EF4A-8992-C89BC6232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DDA3C-802B-F065-936F-3D6A5FB29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F0C61-E1EE-D2F8-FE0E-9DC9907E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C6E5D-0981-F954-94C0-C60D4FD8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5C7DC-6740-0BBA-3532-5ACD09A0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0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B2835-13E8-BBB2-42A5-A551731D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E4AE5-B310-48F0-927E-CCC6035D8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206A9-4AF4-56BC-E2C0-07F108F41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3BD56-ACE4-E142-8C1F-FD9F706DFF0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4FD29-62E5-7D4C-E088-D33917865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5656-FE4D-762B-8318-65DDA868E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B86F9-6791-6740-BBF4-ECD10460F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1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3088D-BB4B-A822-4B0D-8BBE2029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87" b="5753"/>
          <a:stretch>
            <a:fillRect/>
          </a:stretch>
        </p:blipFill>
        <p:spPr>
          <a:xfrm>
            <a:off x="-22579" y="-79022"/>
            <a:ext cx="12296181" cy="69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7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52C6-4824-75F0-4AAF-5829EAAF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C98923-4F3D-59E8-567C-3933F5DB1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34" b="54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F8A0-E468-7279-8923-060FF68F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0D4AF5-DE63-050E-C071-C3E5C219D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91" b="5307"/>
          <a:stretch>
            <a:fillRect/>
          </a:stretch>
        </p:blipFill>
        <p:spPr>
          <a:xfrm>
            <a:off x="0" y="-13934"/>
            <a:ext cx="12293600" cy="68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0A7B-1664-7C99-E2B6-A0EE4E88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E4E098-C33E-A8FF-511B-AB8DDAE9C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75" b="5234"/>
          <a:stretch>
            <a:fillRect/>
          </a:stretch>
        </p:blipFill>
        <p:spPr>
          <a:xfrm>
            <a:off x="-1" y="0"/>
            <a:ext cx="12206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0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C400-E05A-CCA4-4203-489B15BF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C25EF-AA07-EDAB-9610-8126A35D8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34" b="4974"/>
          <a:stretch>
            <a:fillRect/>
          </a:stretch>
        </p:blipFill>
        <p:spPr>
          <a:xfrm>
            <a:off x="0" y="0"/>
            <a:ext cx="12206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E029-6D29-0922-8308-FC99FA25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4F9B8E-DB79-EABE-AA05-521D03E38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75" b="5234"/>
          <a:stretch>
            <a:fillRect/>
          </a:stretch>
        </p:blipFill>
        <p:spPr>
          <a:xfrm>
            <a:off x="-1" y="0"/>
            <a:ext cx="12206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5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C700-B8EF-A521-4151-828BDF2B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B232B-45AC-0D07-6A2C-DF7E8A441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75" b="6012"/>
          <a:stretch>
            <a:fillRect/>
          </a:stretch>
        </p:blipFill>
        <p:spPr>
          <a:xfrm>
            <a:off x="-11290" y="-67736"/>
            <a:ext cx="12266583" cy="69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929F-D9F4-313A-70C7-C1D560B8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9D91AC-0F14-8528-5240-12EFFC58D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34" b="4974"/>
          <a:stretch>
            <a:fillRect/>
          </a:stretch>
        </p:blipFill>
        <p:spPr>
          <a:xfrm>
            <a:off x="0" y="0"/>
            <a:ext cx="12192000" cy="6953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612B38-ED8E-D5A7-FEDE-B0EFD9F4B472}"/>
              </a:ext>
            </a:extLst>
          </p:cNvPr>
          <p:cNvSpPr txBox="1"/>
          <p:nvPr/>
        </p:nvSpPr>
        <p:spPr>
          <a:xfrm>
            <a:off x="3296356" y="4188178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Sources &amp; </a:t>
            </a:r>
            <a:r>
              <a:rPr lang="en-US" b="1" dirty="0" err="1"/>
              <a:t>DataSets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Eyes-defy-anemia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CP-</a:t>
            </a:r>
            <a:r>
              <a:rPr lang="en-US" b="1" dirty="0" err="1"/>
              <a:t>AnemiC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Palm Anemia sets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635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</Words>
  <Application>Microsoft Macintosh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HARDIK SINGH</dc:creator>
  <cp:lastModifiedBy>HARDIK SINGH</cp:lastModifiedBy>
  <cp:revision>1</cp:revision>
  <dcterms:created xsi:type="dcterms:W3CDTF">2026-10-10T12:12:31Z</dcterms:created>
  <dcterms:modified xsi:type="dcterms:W3CDTF">2026-10-10T12:20:09Z</dcterms:modified>
</cp:coreProperties>
</file>